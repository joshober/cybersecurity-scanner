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044613" cy="105346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776E-A004-CC81-754C-6D6313179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577" y="1724074"/>
            <a:ext cx="10533460" cy="36676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C2469-A254-539A-D29A-70EDBB622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577" y="5533131"/>
            <a:ext cx="10533460" cy="254343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A7730-D5F8-AFE3-A209-D9585916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6FCBB-554E-BF06-1F5C-276DAB5C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DB6D-2A15-0B18-FF1A-0667D055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DDBE-529E-56BF-D19E-B60D372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CD70-937A-B6D5-49B8-77DBF3C9A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7B05-E49E-8CBF-607A-5A2BE078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8E19-369F-7102-67D3-CE688874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909B-2F40-5160-D4DF-F036A4D3B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9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6D6F-0E3C-C765-5FF7-F374496D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53" y="2626350"/>
            <a:ext cx="12113479" cy="438212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DCE56-97B8-1522-4CC8-A6291AC8B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8253" y="7049927"/>
            <a:ext cx="12113479" cy="230445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C70D-4E9C-59B4-D031-F12D8FB0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D82BF-D120-5677-EC1A-C60BE753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62F4E-0C02-08F1-5F0F-56C15061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11B0-F325-D09F-4CD2-4C071F6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796EE-AE1E-F793-31D9-AD4E1C458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5567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E9E8F-42B5-1FA3-E287-2B5E23796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0086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F4291-63E0-E50A-23C4-CC6E15C9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2B76A-C432-39E0-9D4B-5A1613D4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8EC0E-CDFE-F82A-5DE7-4ACF4FCD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293E-15A0-6462-8641-07071570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7" y="560875"/>
            <a:ext cx="12113479" cy="20362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831C0-D20F-C2FB-BE8D-86FF3B2C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398" y="2582453"/>
            <a:ext cx="5941529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88AD3-4849-05A5-957C-710060C05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7398" y="3848073"/>
            <a:ext cx="5941529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D586C-7DDE-15D5-5577-6308A4C06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0085" y="2582453"/>
            <a:ext cx="5970790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AD1A9-C979-F6DA-8043-91FF6591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10085" y="3848073"/>
            <a:ext cx="5970790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035E6-A87F-0106-6235-95037C4A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CD4D7-25BE-C2DA-97DB-1A2E62DC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DBE31-FBDC-7F21-CE5E-4389DA99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75A3-4C76-007B-9A7C-2456E1F0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E4846-1E82-DD3E-EA08-69F37BB1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B9AF1-F03E-16A5-1A68-36A549DA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BFFA5-D644-A274-A2B1-746F390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B3BAD-08F6-26F1-497D-FC218551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9642E-4ACA-6F80-F2FF-00ECCF64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1E7FB-4728-82B0-69B9-857D916B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BA14-6FAD-BBEB-2F5E-F8B375B8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398BA-D632-38E2-26F4-0CF69C55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C4ADB-AAE6-FABD-2F56-6609C8D01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E481E-8B59-2BDD-EC5F-CFD4BE0D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D2D4F-C121-BDA0-9FC2-A0940406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A2DE9-FF9C-9D73-C092-A6C793EB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6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9640-AE17-C810-0F3B-F325E01D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DA7A5-51A4-BE26-AD78-080B167AA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43692-1D45-A7A7-F861-963BAED19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82B1E-EB7A-A626-C20A-2202A0DC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D279E-5F74-95C7-D6E8-6C4AF489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05BE5-E53C-447E-DEB6-4D3984D0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6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8AC77-91EB-B7B7-1DA8-186E0081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BDC79-3402-F3BA-1BA2-E831CB244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CEB5-5489-1D0E-536C-EABABD72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A2DD-8A7B-C67C-3154-1746CFA5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989FF-E151-84DB-3513-7D5670EE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3AD82-1CC4-7E1E-7E71-4A651015A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050676" y="560873"/>
            <a:ext cx="3028370" cy="89276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D9A27-654A-70BD-0044-28354A812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5568" y="560873"/>
            <a:ext cx="8909551" cy="89276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2735A-85CD-E992-F334-A83A8E70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70764-1AB9-542C-D25F-6F38E583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DE3CA-F07D-B2C6-601B-3DB4840B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9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E82B7-FE53-16A0-DD9E-CCAA23E5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68" y="560875"/>
            <a:ext cx="12113479" cy="2036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888F3-AAA4-5D94-1465-F1FE00B76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568" y="2804363"/>
            <a:ext cx="12113479" cy="668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ED26F-B32E-DF72-A835-BF9B9DE53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567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B0304-9A05-4AA8-B459-DB89CCAD5F6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A85B-D46F-0EF5-FC29-32E24F1E3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2279" y="9764062"/>
            <a:ext cx="4740057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19D4-1C2F-E538-80F3-AC08A905A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9008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182F4-BB09-478E-8891-253889E7B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8846C-03D8-E13D-B85B-92A941E493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044613" cy="105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Obersteadt (Sting Account)</dc:creator>
  <cp:lastModifiedBy>Josh Obersteadt (Sting Account)</cp:lastModifiedBy>
  <cp:revision>1</cp:revision>
  <dcterms:created xsi:type="dcterms:W3CDTF">2026-04-09T00:44:54Z</dcterms:created>
  <dcterms:modified xsi:type="dcterms:W3CDTF">2026-04-09T00:44:54Z</dcterms:modified>
</cp:coreProperties>
</file>