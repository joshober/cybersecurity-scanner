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4763750" cy="19584888"/>
  <p:notesSz cx="19584888" cy="147637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osh\Downloads\CyberSecurity\.tmp\poster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763750" cy="19584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VibeScan research poster</dc:title>
  <dc:subject>PptxGenJS Presentation</dc:subject>
  <dc:creator>Josh Obersteadt</dc:creator>
  <cp:lastModifiedBy>Josh Obersteadt</cp:lastModifiedBy>
  <cp:revision>1</cp:revision>
  <dcterms:created xsi:type="dcterms:W3CDTF">2026-04-08T00:58:53Z</dcterms:created>
  <dcterms:modified xsi:type="dcterms:W3CDTF">2026-04-08T00:58:53Z</dcterms:modified>
</cp:coreProperties>
</file>