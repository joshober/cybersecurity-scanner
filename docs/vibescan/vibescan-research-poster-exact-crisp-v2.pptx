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044613" cy="105346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16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5356-177C-589B-FDE9-B5836CB51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5577" y="1724074"/>
            <a:ext cx="10533460" cy="36676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E2A90-5FD0-60BD-E981-33D20A106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5577" y="5533131"/>
            <a:ext cx="10533460" cy="254343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DB7E0-8477-BFCB-8244-14C8F121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A35E5-6A32-32D6-0301-EBCED085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AADB0-D751-560C-A72C-34C340EE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3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EC99-1927-977B-825F-F5C5F6AC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BD48-D88B-BE12-2DFF-00C3293CC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EB9DA-D65D-72AB-8C05-9A60CBC3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8A35A-6A40-2004-E91B-D9661E4E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31AEA-D1D0-B864-C0AA-B076200B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2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5A00-AFE5-227D-EBBB-70930EE8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253" y="2626350"/>
            <a:ext cx="12113479" cy="438212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03BAF-D221-857A-D558-7329A9BD4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8253" y="7049927"/>
            <a:ext cx="12113479" cy="230445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2BD77-4658-88A0-62B9-538290F7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99ADC-8297-8ED9-6089-CDF1663BD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AF1C2-EB5D-26BB-BB5D-4199C997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3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DAFAF-598D-4DE9-EF97-7DF856F7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6AE4-21C0-D0DA-066C-F38E45252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5567" y="2804363"/>
            <a:ext cx="5968961" cy="6684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B05EE-46DC-BA4E-97C8-D7A4C67E7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10086" y="2804363"/>
            <a:ext cx="5968961" cy="6684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49A4D-41B8-D87D-73EC-0226547F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B1340-8AF9-4643-692D-48A661B5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3785C-0342-6FA9-8F07-36186030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8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B2EF-D7EF-39B2-A9C2-49BF520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7" y="560875"/>
            <a:ext cx="12113479" cy="20362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4445D-4EC0-C573-EE6C-AC3375856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398" y="2582453"/>
            <a:ext cx="5941529" cy="12656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A97F7-9E8F-2819-CE68-54E247BA0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7398" y="3848073"/>
            <a:ext cx="5941529" cy="5659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CCD34A-C0F4-2138-A61D-13446CFBB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0085" y="2582453"/>
            <a:ext cx="5970790" cy="12656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A296E-D3DE-409A-2A59-5D99D95C7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10085" y="3848073"/>
            <a:ext cx="5970790" cy="5659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ECE632-8E5F-766C-9FFE-B099ACFC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98C0E4-C7DB-6D32-E988-3990EF05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CEA59-7264-4672-19F4-7EB69132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3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9AF58-1348-6294-26E1-A862EFA5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D1217-4996-F6EB-7C94-9221E7B1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52450-F124-A793-F628-BA7E1BCE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974AB-16D8-1685-35A3-2FB96C5C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92730D-E3E3-CF49-119C-75CB5B06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EBC49-A6A1-0ED2-DA2D-834FEE19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7C3C9-8EC8-F984-8CDA-9AD133EE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89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CB42-10EB-FC50-88DA-B5EC9707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8" y="702310"/>
            <a:ext cx="4529753" cy="24580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B5CE1-74AE-763C-A8F3-C8C06629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791" y="1516797"/>
            <a:ext cx="7110085" cy="74864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D5E2F-8608-CF68-743E-134155F4C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7398" y="3160395"/>
            <a:ext cx="4529753" cy="58550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DD04F-270A-10CF-100F-CE8C4429A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2230D-E7A8-C28D-8883-2922A5FC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5A56D-776F-8077-3712-81AF2CF8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4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419E-70A2-E580-E8C6-5F410EE0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98" y="702310"/>
            <a:ext cx="4529753" cy="24580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1907BE-835E-F379-2ECA-685EE7F90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70791" y="1516797"/>
            <a:ext cx="7110085" cy="74864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1AB83-5998-E4A6-1562-758AA2BEA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7398" y="3160395"/>
            <a:ext cx="4529753" cy="58550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35BDC-862E-4D1B-ED8D-8C7E8064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26624-196A-A5D3-2DF3-A56B637B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6DA22-E970-4B78-873B-537025BA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3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7779-F277-2B4E-67E3-3D94113A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ED878-CE01-B37A-9A45-24037A63F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ED6B4-B30F-CC53-ED61-B2355026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F2741-85FD-88FA-F6EA-EE1C1FE2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E5021-EE84-7115-A479-46F6858F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7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D3005-8F33-71D2-7A08-A890006ED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050676" y="560873"/>
            <a:ext cx="3028370" cy="89276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9746A-739B-67F6-685C-60CF23298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5568" y="560873"/>
            <a:ext cx="8909551" cy="89276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4D729-3053-F101-1DA2-D7CE5507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E93F5-16E7-6EA5-AB7C-09DEAD2A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228B5-4FA9-7F6E-0643-A83ACEAF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1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C3032F-8B03-19F7-80E9-E8967371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68" y="560875"/>
            <a:ext cx="12113479" cy="2036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AF6E7-2956-6F2C-7DB7-6A037BE97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5568" y="2804363"/>
            <a:ext cx="12113479" cy="6684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EA530-2221-84A7-9E37-C3E3879E8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567" y="9764062"/>
            <a:ext cx="3160038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62A5F-F140-42DB-ABAB-4A3896A14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41B3D-7528-81D6-162A-B2A3F82AE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2279" y="9764062"/>
            <a:ext cx="4740057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50942-4C75-96EA-E569-8FA5798DE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9008" y="9764062"/>
            <a:ext cx="3160038" cy="56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79D79-8293-4BEC-8763-37B9ED80E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6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BF354-60A6-E8EC-A7F2-D80DB7FC72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044613" cy="105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08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Obersteadt (Sting Account)</dc:creator>
  <cp:lastModifiedBy>Josh Obersteadt (Sting Account)</cp:lastModifiedBy>
  <cp:revision>1</cp:revision>
  <dcterms:created xsi:type="dcterms:W3CDTF">2026-04-08T19:26:51Z</dcterms:created>
  <dcterms:modified xsi:type="dcterms:W3CDTF">2026-04-08T19:26:51Z</dcterms:modified>
</cp:coreProperties>
</file>