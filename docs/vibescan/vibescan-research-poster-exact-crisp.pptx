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044613" cy="105346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16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F26A2-8BA1-CE80-4ACF-A2CCC7B8F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5577" y="1724074"/>
            <a:ext cx="10533460" cy="366761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7A5CB-3BC4-41F1-4BF2-C0EF66291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5577" y="5533131"/>
            <a:ext cx="10533460" cy="254343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67494-2C9D-9C68-272C-98AF44B7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62B1-7CDD-43E7-9ABF-AAD33320D6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76B2F-5322-6A1B-4631-698D8CF05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E3A1A-94D0-FD82-2788-69C4770F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A6BB-A72A-4DAD-A3B6-903B1A1EE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8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79AF1-6910-03CE-38AC-A561229C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E4890-644B-F104-2F65-64A3E9E16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F0846-C849-425F-27D2-C1A698AC5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62B1-7CDD-43E7-9ABF-AAD33320D6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EC3C-6767-E139-D1DA-6CC39D50B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226B4-EEEE-5417-88DF-C80B2438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A6BB-A72A-4DAD-A3B6-903B1A1EE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7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229C-C9BF-084F-B78B-7B1E1EEB4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253" y="2626350"/>
            <a:ext cx="12113479" cy="438212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13165-C4A8-5C55-2C14-85253704F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8253" y="7049927"/>
            <a:ext cx="12113479" cy="230445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D0446-91A8-C4A0-91F5-639E06D3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62B1-7CDD-43E7-9ABF-AAD33320D6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4B1CE-671E-6023-C5A1-E4ABED26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32348-F000-71A9-DE2D-40D8E23F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A6BB-A72A-4DAD-A3B6-903B1A1EE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45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3B4A-B025-00EE-373B-97745C835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39848-073A-EB78-3060-78CBB2496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5567" y="2804363"/>
            <a:ext cx="5968961" cy="6684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934D4-0ED5-624F-B261-53941C476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10086" y="2804363"/>
            <a:ext cx="5968961" cy="6684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365D5-6B48-B37B-DB2C-4A2B1C15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62B1-7CDD-43E7-9ABF-AAD33320D6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98BDC-B18B-7CD3-5669-D5285E22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FF461-B0E1-2B0B-B774-F9025987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A6BB-A72A-4DAD-A3B6-903B1A1EE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92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4193B-CD18-7567-4341-1DADB9EA3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397" y="560875"/>
            <a:ext cx="12113479" cy="20362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0F5DA-8619-6302-75C0-3C3AC1817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7398" y="2582453"/>
            <a:ext cx="5941529" cy="12656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73F36-403E-2092-95A4-0667DC987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7398" y="3848073"/>
            <a:ext cx="5941529" cy="5659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69367-1522-EF90-BE6B-7E0C4FBF04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10085" y="2582453"/>
            <a:ext cx="5970790" cy="12656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1FCE26-F4F2-6C1D-DFAA-E259C7CC1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10085" y="3848073"/>
            <a:ext cx="5970790" cy="5659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592B5D-2AEB-96DE-19A5-7F6F44B07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62B1-7CDD-43E7-9ABF-AAD33320D6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E7CCE-CE84-F827-2F29-BBB8C707F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33BF0-B825-1684-360A-8F168AE8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A6BB-A72A-4DAD-A3B6-903B1A1EE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66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D2E7-639C-76F8-BA8F-1F4215DA2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4FDCFA-D31C-4577-CA88-63AB4EC62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62B1-7CDD-43E7-9ABF-AAD33320D6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B00B4F-AA36-EB19-607B-F4B73F7B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1274B3-2752-8234-8533-77C1EBF4B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A6BB-A72A-4DAD-A3B6-903B1A1EE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9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865BB3-5117-3563-50C4-86613084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62B1-7CDD-43E7-9ABF-AAD33320D6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B492BA-980D-8017-9E25-AD7218C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8697F-913E-B2ED-590A-33E8BC5CE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A6BB-A72A-4DAD-A3B6-903B1A1EE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9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F2FE-F919-3F13-B352-E127840B7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398" y="702310"/>
            <a:ext cx="4529753" cy="245808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57BD6-FCE5-A029-D6F7-C66CDC2ED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0791" y="1516797"/>
            <a:ext cx="7110085" cy="74864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FCCB3-FC00-6998-2343-DD3E1A48F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7398" y="3160395"/>
            <a:ext cx="4529753" cy="58550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A1BFF-3187-D31C-5E50-C05E5092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62B1-7CDD-43E7-9ABF-AAD33320D6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C3203-8B72-7C3D-4548-7FFB05BE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A71D2-4A1C-7ECF-228A-1CCDEF5AC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A6BB-A72A-4DAD-A3B6-903B1A1EE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42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B5238-0A34-3853-7510-793C9FF9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398" y="702310"/>
            <a:ext cx="4529753" cy="245808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CC76F2-EBA3-154F-8C0D-FE14E3768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70791" y="1516797"/>
            <a:ext cx="7110085" cy="748643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F646A-3F62-8F2C-23DD-65A38F4E9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7398" y="3160395"/>
            <a:ext cx="4529753" cy="58550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25231-D181-7B7C-3BC9-02102616A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62B1-7CDD-43E7-9ABF-AAD33320D6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DB31C-C68B-A921-2536-4BBDEBFA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0D582-2BBB-BBF4-54A0-DA86F5EEF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A6BB-A72A-4DAD-A3B6-903B1A1EE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72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8650-2E12-21E4-E036-207E11A5B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2DC70-932F-B03E-FBC8-C6616DD67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FFF40-9D5E-F1AD-C114-182D2CD7B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62B1-7CDD-43E7-9ABF-AAD33320D6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745AF-701F-4B5F-5E1C-86142B45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5390B-575A-455C-8CCB-7D7E3B5A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A6BB-A72A-4DAD-A3B6-903B1A1EE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93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3056C-22B4-818D-997D-3BF3AD274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050676" y="560873"/>
            <a:ext cx="3028370" cy="89276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39328-1BA8-DE20-26F2-7EF57A01E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5568" y="560873"/>
            <a:ext cx="8909551" cy="89276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1B17C-2A2C-9D45-831B-49623E42F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62B1-7CDD-43E7-9ABF-AAD33320D6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DEDE3-67A4-7E68-C8F4-26666D545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32DD6-1F97-392E-6693-203CC7C6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A6BB-A72A-4DAD-A3B6-903B1A1EE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1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B49CE3-132A-DFC5-0352-C712CB945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68" y="560875"/>
            <a:ext cx="12113479" cy="2036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30291-19E1-CBC9-802D-ECD26B533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5568" y="2804363"/>
            <a:ext cx="12113479" cy="6684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17421-A340-91FC-2097-C6BF13B0B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567" y="9764062"/>
            <a:ext cx="3160038" cy="56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962B1-7CDD-43E7-9ABF-AAD33320D6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3706-5882-161B-1396-89CFE05E4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2279" y="9764062"/>
            <a:ext cx="4740057" cy="56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4261C-F613-1B76-7CB2-CD2F10F18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9008" y="9764062"/>
            <a:ext cx="3160038" cy="56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EA6BB-A72A-4DAD-A3B6-903B1A1EE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25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D2B4E7-9B41-74FF-D638-C5924B304D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044613" cy="1053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401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Obersteadt (Sting Account)</dc:creator>
  <cp:lastModifiedBy>Josh Obersteadt (Sting Account)</cp:lastModifiedBy>
  <cp:revision>1</cp:revision>
  <dcterms:created xsi:type="dcterms:W3CDTF">2026-04-08T19:25:05Z</dcterms:created>
  <dcterms:modified xsi:type="dcterms:W3CDTF">2026-04-08T19:25:05Z</dcterms:modified>
</cp:coreProperties>
</file>